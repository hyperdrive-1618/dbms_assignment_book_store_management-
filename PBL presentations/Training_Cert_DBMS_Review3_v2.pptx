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– PBL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91440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Training Programme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and Certification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Management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Review 3 — Week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852160" y="822960"/>
            <a:ext cx="2926080" cy="3291840"/>
          </a:xfrm>
          <a:prstGeom prst="roundRect">
            <a:avLst>
              <a:gd fmla="val 4688" name="adj"/>
            </a:avLst>
          </a:prstGeom>
          <a:solidFill>
            <a:srgbClr val="1C3F3A">
              <a:alpha val="14902"/>
            </a:srgbClr>
          </a:solidFill>
          <a:ln cap="flat" cmpd="sng" w="12700">
            <a:solidFill>
              <a:srgbClr val="1C3F3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537960" y="164592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alibri"/>
              <a:buNone/>
            </a:pPr>
            <a:r>
              <a:t/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749040"/>
            <a:ext cx="4572000" cy="1097280"/>
          </a:xfrm>
          <a:prstGeom prst="roundRect">
            <a:avLst>
              <a:gd fmla="val 108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38404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40080" y="40416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K Anirudh Pratap Singh Sambyal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40080" y="433425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AIML RHINOS  •  25WU0102111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8576"/>
          <a:stretch/>
        </p:blipFill>
        <p:spPr>
          <a:xfrm>
            <a:off x="5287200" y="796925"/>
            <a:ext cx="3657600" cy="3343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PROJECT AT A GLANCE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40" y="1051560"/>
            <a:ext cx="1572768" cy="1828800"/>
          </a:xfrm>
          <a:prstGeom prst="roundRect">
            <a:avLst>
              <a:gd fmla="val 75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320040" y="11155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20040" y="1691640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320040" y="221284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Normalized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039112" y="1051560"/>
            <a:ext cx="1572768" cy="1828800"/>
          </a:xfrm>
          <a:prstGeom prst="roundRect">
            <a:avLst>
              <a:gd fmla="val 75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2039112" y="11155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039112" y="1691640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2039112" y="221284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758184" y="1051560"/>
            <a:ext cx="1572768" cy="1828800"/>
          </a:xfrm>
          <a:prstGeom prst="roundRect">
            <a:avLst>
              <a:gd fmla="val 75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3758184" y="11155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3758184" y="1691640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3758184" y="221284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Tested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77256" y="1051560"/>
            <a:ext cx="1572768" cy="1828800"/>
          </a:xfrm>
          <a:prstGeom prst="roundRect">
            <a:avLst>
              <a:gd fmla="val 75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5477256" y="11155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5477256" y="1691640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5477256" y="221284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196328" y="1051560"/>
            <a:ext cx="1572768" cy="1828800"/>
          </a:xfrm>
          <a:prstGeom prst="roundRect">
            <a:avLst>
              <a:gd fmla="val 75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7196328" y="11155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196328" y="1691640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7196328" y="221284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" y="3063240"/>
            <a:ext cx="8503920" cy="17830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502920" y="315468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System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02920" y="354787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667512" y="350215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Database fully normalized to 3NF with all integrity constraints enforced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395020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667512" y="390448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Python application built in VS Code — connected to MySQL via mysql-connector-python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02920" y="4352544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67512" y="430682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Covers complete workflow: course setup → enrolment → attendance → assessment → certificate 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Application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828800" y="1051560"/>
            <a:ext cx="5486400" cy="1024128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1965960" y="11430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Frontend (Python CLI / GUI)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1965960" y="1453896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User-facing menus and forms for Admin, Learner and Trainer roles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4389120" y="20848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828800" y="2286000"/>
            <a:ext cx="5486400" cy="1024128"/>
          </a:xfrm>
          <a:prstGeom prst="roundRect">
            <a:avLst>
              <a:gd fmla="val 10714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1965960" y="2377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965960" y="2688336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validation, business rules — eligibility check, capacity check, certificate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4389120" y="331927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828800" y="3520440"/>
            <a:ext cx="5486400" cy="1024128"/>
          </a:xfrm>
          <a:prstGeom prst="roundRect">
            <a:avLst>
              <a:gd fmla="val 10714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1965960" y="36118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965960" y="3922776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normalized tables with PKs, FKs, CHECK, UNIQUE and DEFAULT constraints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82880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VS Code + Python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452360" y="260604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mysql-connector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CORE FUNCTIONALITY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20040" y="1051560"/>
            <a:ext cx="4206240" cy="1737360"/>
          </a:xfrm>
          <a:prstGeom prst="roundRect">
            <a:avLst>
              <a:gd fmla="val 6842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29768" y="1161288"/>
            <a:ext cx="777240" cy="347472"/>
          </a:xfrm>
          <a:prstGeom prst="roundRect">
            <a:avLst>
              <a:gd fmla="val 18421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429768" y="116128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68249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621792" y="161848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Add new course, module, trainer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193852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621792" y="187452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Register new learner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219456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621792" y="213055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Create batch and set capacity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245059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621792" y="238658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Record enrolment, session, attendance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706624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621792" y="264261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Issue certificate with unique number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54880" y="1051560"/>
            <a:ext cx="4206240" cy="1737360"/>
          </a:xfrm>
          <a:prstGeom prst="roundRect">
            <a:avLst>
              <a:gd fmla="val 68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864608" y="1161288"/>
            <a:ext cx="777240" cy="347472"/>
          </a:xfrm>
          <a:prstGeom prst="roundRect">
            <a:avLst>
              <a:gd fmla="val 18421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4864608" y="116128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92040" y="168249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5056632" y="161848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all batches and enrolments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92040" y="193852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5056632" y="187452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learner attendance and scores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92040" y="219456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5056632" y="213055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Search by learner name, batch 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892040" y="245059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5056632" y="238658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certificate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892040" y="2706624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5056632" y="264261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Generate reports — batch, performance, fees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20040" y="2971800"/>
            <a:ext cx="4206240" cy="1737360"/>
          </a:xfrm>
          <a:prstGeom prst="roundRect">
            <a:avLst>
              <a:gd fmla="val 6842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29768" y="3081528"/>
            <a:ext cx="777240" cy="347472"/>
          </a:xfrm>
          <a:prstGeom prst="roundRect">
            <a:avLst>
              <a:gd fmla="val 18421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429768" y="308152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360273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621792" y="353872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Update learner or trainer details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621792" y="379476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Modify enrolment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411480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621792" y="40507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Edit session date or topic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437083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621792" y="430682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Update score or attendance record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754880" y="2971800"/>
            <a:ext cx="4206240" cy="1737360"/>
          </a:xfrm>
          <a:prstGeom prst="roundRect">
            <a:avLst>
              <a:gd fmla="val 68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864608" y="3081528"/>
            <a:ext cx="777240" cy="347472"/>
          </a:xfrm>
          <a:prstGeom prst="roundRect">
            <a:avLst>
              <a:gd fmla="val 18421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4864608" y="3081528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892040" y="3602736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056632" y="353872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Remove cancelled enrolment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892040" y="385876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5056632" y="379476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Delete inactive batch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92040" y="411480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5056632" y="40507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Remove incorrect attendance entry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LIVE DEMONSTRATION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Key Features Shown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48640" y="1170432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548640" y="117043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1115568" y="11247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Eligibility 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115568" y="13807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System automatically blocks certificate issue if attendance &lt; threshold or score &lt; minimum. Enforced at application level before INSERT.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1819656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48640" y="1938528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548640" y="1938528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115568" y="18928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Duplicate Enrolment Prevention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115568" y="2148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UNIQUE(Learner_ID, Batch_ID) constraint in ENROLMENT table. App catches the DB error and shows a clean message to the user.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2587752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48640" y="2706624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548640" y="2706624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1115568" y="266090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 Capacity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115568" y="291693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On enrolment, app queries current count vs Capacity. If full, enrolment is rejected before any DB write.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3355848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48640" y="3474720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548640" y="3474720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115568" y="34290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Certificate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115568" y="368503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On passing eligibility, a unique Cert_Number (format: CERT-YYYY-XXX) is auto-generated and inserted into CERTIFICATE table.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4123944"/>
            <a:ext cx="82296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48640" y="4242816"/>
            <a:ext cx="475488" cy="402336"/>
          </a:xfrm>
          <a:prstGeom prst="roundRect">
            <a:avLst>
              <a:gd fmla="val 15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548640" y="4242816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1115568" y="419709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Report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15568" y="44531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Attendance %, performance ranking, fee status and certificate list — all pulled from SQL views and printed to console / saved as output.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DATABASE VIEWS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Reports Generated by the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0040" y="1051560"/>
            <a:ext cx="4206240" cy="1207008"/>
          </a:xfrm>
          <a:prstGeom prst="roundRect">
            <a:avLst>
              <a:gd fmla="val 984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29768" y="1161288"/>
            <a:ext cx="2011680" cy="320040"/>
          </a:xfrm>
          <a:prstGeom prst="roundRect">
            <a:avLst>
              <a:gd fmla="val 2000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429768" y="1161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457200" y="15819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Shows each learner's certificate number and issue date, or 'Pending' if not yet issued.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754880" y="1051560"/>
            <a:ext cx="4206240" cy="1207008"/>
          </a:xfrm>
          <a:prstGeom prst="roundRect">
            <a:avLst>
              <a:gd fmla="val 984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864608" y="1161288"/>
            <a:ext cx="2011680" cy="320040"/>
          </a:xfrm>
          <a:prstGeom prst="roundRect">
            <a:avLst>
              <a:gd fmla="val 2000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4864608" y="1161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AttendanceSummary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892040" y="15819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Attendance percentage per learner per batch — used for eligibility decisions.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20040" y="2468880"/>
            <a:ext cx="4206240" cy="1207008"/>
          </a:xfrm>
          <a:prstGeom prst="roundRect">
            <a:avLst>
              <a:gd fmla="val 984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29768" y="2578608"/>
            <a:ext cx="2011680" cy="320040"/>
          </a:xfrm>
          <a:prstGeom prst="roundRect">
            <a:avLst>
              <a:gd fmla="val 2000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429768" y="25786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57200" y="29992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Number of batches and sessions assigned to each trainer.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754880" y="2468880"/>
            <a:ext cx="4206240" cy="1207008"/>
          </a:xfrm>
          <a:prstGeom prst="roundRect">
            <a:avLst>
              <a:gd fmla="val 984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864608" y="2578608"/>
            <a:ext cx="2011680" cy="320040"/>
          </a:xfrm>
          <a:prstGeom prst="roundRect">
            <a:avLst>
              <a:gd fmla="val 2000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4864608" y="25786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PerformanceRanking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4892040" y="29992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Learners ranked by average score within each batch.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606040" y="3886200"/>
            <a:ext cx="3931920" cy="1207008"/>
          </a:xfrm>
          <a:prstGeom prst="roundRect">
            <a:avLst>
              <a:gd fmla="val 984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2715768" y="3995928"/>
            <a:ext cx="2011680" cy="320040"/>
          </a:xfrm>
          <a:prstGeom prst="roundRect">
            <a:avLst>
              <a:gd fmla="val 2000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2715768" y="399592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2743200" y="441655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Total amount paid per learner across all enrolments.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Input Validation and Error Handling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0040" y="1051560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457200" y="11247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Empty input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All required fields validated before any DB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20040" y="1819656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457200" y="189280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Type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57200" y="21396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Numeric fields reject non-numeric input at app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20040" y="2587752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457200" y="266090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Range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Marks must be 0 to Max_Marks; attendance status must match allowed values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20040" y="3355848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457200" y="3429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Duplicate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57200" y="36758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DB UNIQUE constraints caught and shown as readable messages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20040" y="4123944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457200" y="419709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Capacity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457200" y="44439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Enrolment blocked if batch is full before write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54880" y="1051560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4892040" y="11247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FK violation handling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4892040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Deleting a parent record (e.g. Batch) checks child records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754880" y="1819656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4892040" y="189280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Certificate eligibility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4892040" y="21396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System checks attendance % and score before issuing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754880" y="2587752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4892040" y="266090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Null prevention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4892040" y="29077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NOT NULL constraints at DB + pre-insert checks at app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754880" y="3355848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4892040" y="3429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Connection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4892040" y="36758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Try-except wraps all DB calls; user sees clean error, not stack trace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754880" y="4123944"/>
            <a:ext cx="4114800" cy="658368"/>
          </a:xfrm>
          <a:prstGeom prst="roundRect">
            <a:avLst>
              <a:gd fmla="val 180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4892040" y="419709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Rollback on failure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4892040" y="44439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Multi-step operations use transactions — rolled back on any error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Testing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2004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457200" y="116128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DDL &amp; Constraints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611880" y="1161288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3611880" y="11612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457200" y="15087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All 12 tables created. PK, FK, CHECK, UNIQUE, DEFAULT constraints verified with valid and invalid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75488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4892040" y="116128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8046720" y="1161288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8046720" y="11612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892040" y="150876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All joins, subqueries, aggregation queries and 5 views return correct and expected output.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0040" y="236829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457200" y="247802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CRUD — 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611880" y="2478024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3611880" y="247802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457200" y="282549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Insert operations tested for all tables. Duplicates and null violations correctly rejected.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754880" y="236829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4892040" y="247802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CRUD — Read/Search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046720" y="2478024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8046720" y="247802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4892040" y="282549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Search by name, batch ID, status tested. Views return accurate aggregated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20040" y="3685032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457200" y="37947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CRUD — Update/Delete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611880" y="3794760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3611880" y="3794760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457200" y="414223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Updates verified for learner, session and enrolment records. FK constraint prevents orphan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754880" y="3685032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4892040" y="37947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Business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046720" y="3794760"/>
            <a:ext cx="749808" cy="274320"/>
          </a:xfrm>
          <a:prstGeom prst="roundRect">
            <a:avLst>
              <a:gd fmla="val 20000" name="adj"/>
            </a:avLst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8046720" y="3794760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4892040" y="414223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Eligibility check, capacity control, and unique certificate number generation all working correctly.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FINAL SUBMISSION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Deliverables Checklist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2004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429768" y="1161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960120" y="11612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960120" y="1490472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Python application files — all modules for CRUD, validation, and reporting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754880" y="1051560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4864608" y="1161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5394960" y="11612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Database Script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5394960" y="1490472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Full DDL + INSERT statements — ready to run and reproduce the 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20040" y="236829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429768" y="24780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960120" y="247802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Test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960120" y="2807208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Sample records across all 12 tables covering normal and edge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754880" y="2368296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 txBox="1"/>
          <p:nvPr/>
        </p:nvSpPr>
        <p:spPr>
          <a:xfrm>
            <a:off x="4864608" y="24780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5394960" y="247802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Output Screens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5394960" y="2807208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Screenshots of application menus, query results, and report outputs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20040" y="3685032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429768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960120" y="37947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SQL 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960120" y="4123944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5 views — CertificateStatus, AttendanceSummary, TrainerLoad, PerformanceRanking, FeeStatus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754880" y="3685032"/>
            <a:ext cx="4206240" cy="1170432"/>
          </a:xfrm>
          <a:prstGeom prst="roundRect">
            <a:avLst>
              <a:gd fmla="val 101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4864608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394960" y="37947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Project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5394960" y="4123944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Complete documentation covering problem, design, normalization, implementation and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 txBox="1"/>
          <p:nvPr/>
        </p:nvSpPr>
        <p:spPr>
          <a:xfrm>
            <a:off x="457200" y="59436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Designed. Built.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Delivered.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57200" y="1920240"/>
            <a:ext cx="8229600" cy="1097280"/>
          </a:xfrm>
          <a:prstGeom prst="roundRect">
            <a:avLst>
              <a:gd fmla="val 108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685800" y="2029968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Training Programme and Certification Management System is a fully functional, normalized relational database with a connected Python application — covering the complete lifecycle from course setup to certificate issuance.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097280" y="3246120"/>
            <a:ext cx="2103120" cy="411480"/>
          </a:xfrm>
          <a:prstGeom prst="roundRect">
            <a:avLst>
              <a:gd fmla="val 22222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1097280" y="32461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3NF Normalized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657600" y="3246120"/>
            <a:ext cx="2103120" cy="411480"/>
          </a:xfrm>
          <a:prstGeom prst="roundRect">
            <a:avLst>
              <a:gd fmla="val 22222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217920" y="3246120"/>
            <a:ext cx="2103120" cy="411480"/>
          </a:xfrm>
          <a:prstGeom prst="roundRect">
            <a:avLst>
              <a:gd fmla="val 22222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6217920" y="32461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+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K Anirudh Pratap Singh Sambyal  •  AIML RHINOS  •  25WU0102111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